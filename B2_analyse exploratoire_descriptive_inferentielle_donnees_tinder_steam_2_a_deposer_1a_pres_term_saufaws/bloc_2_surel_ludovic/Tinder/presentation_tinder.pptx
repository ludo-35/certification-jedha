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Déclaré (pts / 100)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263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Attractivité</c:v>
                  </c:pt>
                  <c:pt idx="1">
                    <c:v>Humour</c:v>
                  </c:pt>
                  <c:pt idx="2">
                    <c:v>Intelligence</c:v>
                  </c:pt>
                  <c:pt idx="3">
                    <c:v>Intérêts</c:v>
                  </c:pt>
                  <c:pt idx="4">
                    <c:v>Sincérité</c:v>
                  </c:pt>
                  <c:pt idx="5">
                    <c:v>Ambition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18.1</c:v>
                </c:pt>
                <c:pt idx="1">
                  <c:v>17.1</c:v>
                </c:pt>
                <c:pt idx="2">
                  <c:v>21</c:v>
                </c:pt>
                <c:pt idx="3">
                  <c:v>12.7</c:v>
                </c:pt>
                <c:pt idx="4">
                  <c:v>18.3</c:v>
                </c:pt>
                <c:pt idx="5">
                  <c:v>12.8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Impact réel (corrélation × 100)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263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Attractivité</c:v>
                  </c:pt>
                  <c:pt idx="1">
                    <c:v>Humour</c:v>
                  </c:pt>
                  <c:pt idx="2">
                    <c:v>Intelligence</c:v>
                  </c:pt>
                  <c:pt idx="3">
                    <c:v>Intérêts</c:v>
                  </c:pt>
                  <c:pt idx="4">
                    <c:v>Sincérité</c:v>
                  </c:pt>
                  <c:pt idx="5">
                    <c:v>Ambition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44.5</c:v>
                </c:pt>
                <c:pt idx="1">
                  <c:v>41.7</c:v>
                </c:pt>
                <c:pt idx="2">
                  <c:v>23.3</c:v>
                </c:pt>
                <c:pt idx="3">
                  <c:v>41.3</c:v>
                </c:pt>
                <c:pt idx="4">
                  <c:v>22.2</c:v>
                </c:pt>
                <c:pt idx="5">
                  <c:v>17.5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6263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626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F9E795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DATA — JEDHA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Dating &amp; Tinder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pousse vraiment à accepter un second rendez-vous 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160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descriptive &amp; corrélations à partir des données de l'expérience de speed dating (2002-2004), pour l'équipe marketing de Tinder.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Ludo — Jedha Bootcamp, Data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BUSINESS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les mises en relation baissent-elles 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marketing de Tinder observe une baisse du nombre de matchs et veut comprendre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fait réellement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qu'une personne veuille revoir quelqu'un — au-delà des idées reçues.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expérience de speed dating où chaque participant évalue son partenaire après 4 minutes, sur 6 critères : attractivité, sincérité, intelligence, humour, ambition, intérêts communs — puis décide s'il souhaite le revoir.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40880" y="1691640"/>
            <a:ext cx="4480560" cy="1234440"/>
          </a:xfrm>
          <a:prstGeom prst="roundRect">
            <a:avLst>
              <a:gd name="adj" fmla="val 8889"/>
            </a:avLst>
          </a:prstGeom>
          <a:solidFill>
            <a:srgbClr val="FFF3F0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269480" y="18013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8 300+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analysés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3154680"/>
            <a:ext cx="4480560" cy="1234440"/>
          </a:xfrm>
          <a:prstGeom prst="roundRect">
            <a:avLst>
              <a:gd name="adj" fmla="val 8889"/>
            </a:avLst>
          </a:prstGeom>
          <a:solidFill>
            <a:srgbClr val="FFF3F0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9480" y="326440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16,5 %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3931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matchs mutuels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4617720"/>
            <a:ext cx="4480560" cy="1234440"/>
          </a:xfrm>
          <a:prstGeom prst="roundRect">
            <a:avLst>
              <a:gd name="adj" fmla="val 8889"/>
            </a:avLst>
          </a:prstGeom>
          <a:solidFill>
            <a:srgbClr val="FFF3F0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269480" y="472744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5394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personnalité évalués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Speed Dating × Tinder — Jedha Bootcamp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angles d'analyse complémentaires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2880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descriptives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585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des participants, répartition hommes/femmes, taux de match global — pour cadrer le terrain d'étude.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2461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ciblées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67588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 vs réel, auto-perception, effet d'ordre, origine raciale vs intérêts communs — quatre questions posées par l'énoncé.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09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66344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 Plotly / Seaborn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50932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résultat est illustré et interprété du point de vue métier : qu'est-ce que ça change pour le produit Tinder ?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Speed Dating × Tinder — Jedha Bootcamp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N°1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les femmes déclarent... n'est pas ce qui compte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840480" cy="3931920"/>
          </a:xfrm>
          <a:prstGeom prst="roundRect">
            <a:avLst>
              <a:gd name="adj" fmla="val 2857"/>
            </a:avLst>
          </a:prstGeom>
          <a:solidFill>
            <a:srgbClr val="FFF3F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46720" y="196596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le critère n°1 déclaré par les femmes, mais son impact réel sur leur décision est parmi les plus faibles.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 et humour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 sous-déclarés, mais pèsent le plus dans le choix réel.
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Chez les hommes, en revanche, discours et action sont alignés : l'attractivité déclarée en priorité est aussi celle qui compte le plus.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calculées sur les 8 300+ rendez-vous, femmes uniquement (colonne réelle)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N°2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Intérêts communs vs origine raciale commune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4937760" cy="3108960"/>
          </a:xfrm>
          <a:prstGeom prst="roundRect">
            <a:avLst>
              <a:gd name="adj" fmla="val 4118"/>
            </a:avLst>
          </a:prstGeom>
          <a:solidFill>
            <a:srgbClr val="26326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889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0,02</a:t>
            </a:r>
            <a:endParaRPr lang="en-US" sz="6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avec la décision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 RACIALE COMMUNE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103120"/>
            <a:ext cx="4937760" cy="3108960"/>
          </a:xfrm>
          <a:prstGeom prst="roundRect">
            <a:avLst>
              <a:gd name="adj" fmla="val 4118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2331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0,40</a:t>
            </a:r>
            <a:endParaRPr lang="en-US" sz="6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avec la décision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4114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COMMUNS PERÇUS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les mêmes centres d'intérêt pèse environ 20 fois plus que partager la même origine raciale dans la décision de revoir quelqu'un.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N°3 &amp;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connaît-on soi-même ? Et l'ordre compte-t-il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7F7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AUTO-PERCEPTION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entre attractivité que l'on s'attribue et attractivité perçue par les autres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148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identique chez les hommes et les femmes : se trouver séduisant ne garantit rien sur la façon dont on est perçu.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7F7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D'ORDRE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3774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de "oui" s'érode au fil de la soirée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2461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Vigilance 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dernières positions ne reposent que sur 40-90 rendez-vous, contre 500+ en début de soirée — les comparaisons ponctuelles y sont fragiles.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4663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tendance globale à la baisse, elle, reste robuste sur l'ensemble des données.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Speed Dating × Tinder — Jedha Bootcamp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CHANGE POUR TINDER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recommandations concrètes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110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Miser sur l'humour et les intérêts réels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5000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que des traits abstraits comme l'ambition, que les utilisateurs ne valorisent pas dans les faits.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14553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laisser l'auto-évaluation choisir la photo de profil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58444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plusieurs photos et mesurer l'engagement réel plutôt que de se fier au jugement de l'utilisateur sur lui-même.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4348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37997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la fatigue de sélection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81888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 nombre de profils proposés par session pour maintenir un taux de "oui" plus stable.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4450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méthode : ces résultats sont des corrélations observées dans un cadre expérimental (2002-2004) — pas des relations de cause à effet démontrées ni directement transposables au produit actuel sans validation.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2026-09-14T13:19:09Z</dcterms:created>
  <dcterms:modified xsi:type="dcterms:W3CDTF">2026-09-14T13:19:09Z</dcterms:modified>
</cp:coreProperties>
</file>