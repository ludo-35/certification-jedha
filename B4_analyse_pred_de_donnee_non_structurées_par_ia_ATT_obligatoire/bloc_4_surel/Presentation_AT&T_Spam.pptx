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Comparaison des performances (ensemble de validation)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Modele 1 - Baseline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0.9868</c:v>
                </c:pt>
                <c:pt idx="1">
                  <c:v>0.9633</c:v>
                </c:pt>
                <c:pt idx="2">
                  <c:v>0.9375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Modele 2 - DistilBERT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0.9964</c:v>
                </c:pt>
                <c:pt idx="1">
                  <c:v>1</c:v>
                </c:pt>
                <c:pt idx="2">
                  <c:v>0.9732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DETECTEUR DE SPAM SMS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AT&amp;T — Classification de texte par deep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Jedha — Bloc Deep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502920"/>
            <a:ext cx="2103120" cy="2103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3716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EAF3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operateur telecom mondial en chiffre d'affaires. Ses utilisateurs sont exposes en permanence a des SMS indesirables (spam), jusqu'ici signales manuellement.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signalement manuel n'est plus tenable a l'echelle de millions d'utilisateurs. Il faut un systeme automatique.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modele de deep learning capable de classifier automatiquement un SMS comme spam ou non, a partir de son seul contenu textuel.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3977640"/>
            <a:ext cx="46634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42062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classification binaire de texte : SPAM ou HAM, a partir du contenu du message uniquement.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Spam Collection — 5 572 SMS en anglais, etiquetes ham ou spam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5 572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au total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EAF3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21031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86,6 %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063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legitimes (ham)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EAF3F6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21031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13,4 %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955280" y="3063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indesirables (spam)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1037844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526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de donnees desequilibre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93776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13 % de spams : sans traitement particulier, un modele pourrait predire systematiquement "ham" et sembler tres performant sans jamais detecter de spam. Ce desequilibre doit etre gere lors de la separation des donnees.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EAF3F6"/>
          </a:solidFill>
          <a:ln/>
        </p:spPr>
      </p:sp>
      <p:sp>
        <p:nvSpPr>
          <p:cNvPr id="4" name="Shape 2"/>
          <p:cNvSpPr/>
          <p:nvPr/>
        </p:nvSpPr>
        <p:spPr>
          <a:xfrm>
            <a:off x="1591056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59105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2677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Minuscules, suppression de la ponctuation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EAF3F6"/>
          </a:solidFill>
          <a:ln/>
        </p:spPr>
      </p:sp>
      <p:sp>
        <p:nvSpPr>
          <p:cNvPr id="9" name="Shape 7"/>
          <p:cNvSpPr/>
          <p:nvPr/>
        </p:nvSpPr>
        <p:spPr>
          <a:xfrm>
            <a:off x="4361688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7872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3200400"/>
            <a:ext cx="22677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des mots a leur forme canonique (spaCy)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EAF3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18504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18504" y="3200400"/>
            <a:ext cx="22677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en sequences numeriques, padding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51976" y="160020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EAF3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2952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9029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89136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+ reequilibrage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89136" y="3200400"/>
            <a:ext cx="22677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isolee, undersampling sur l'entrainement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 validation garde la repartition reelle des classes (13 % de spam) et n'est jamais touche par le reequilibrage : il sert de juge final, impartial, pour comparer les modeles.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et resultats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EAF3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36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1 — Baseline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pooling + couches denses. Entraine de zero.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3716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536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2 — Transfer learning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9202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specialise spam, pre-entraine, poids geles.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3200400"/>
          <a:ext cx="10515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600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transfer learning gagne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surpasse le modele simple sur les trois metriques, avec 99,6 % d'accuracy.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017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parfaite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34290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message legitime n'est bloque a tort dans l'ensemble de validation (precision = 1,0).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434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identifiees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48463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split (pas de validation croisee), jeu de donnees ancien et en anglais uniquement.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2026-09-14T12:47:43Z</dcterms:created>
  <dcterms:modified xsi:type="dcterms:W3CDTF">2026-09-14T12:47:43Z</dcterms:modified>
</cp:coreProperties>
</file>