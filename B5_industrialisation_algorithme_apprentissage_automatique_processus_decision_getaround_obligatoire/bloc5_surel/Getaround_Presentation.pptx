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3" name="Image 0" descr="/home/claude/pptx/icons/car_tea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9784080" y="64008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331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Getaround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00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retards &amp; API de prédiction de prix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Data Science — Jedha — Bloc B5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943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problématique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retard de restitution peut bloquer la location suivante du même véhicule.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Getaround envisage un délai minimum obligatoire entre deux locations.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délai trop long bloque des locations saines → perte de revenus.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paramètres à calibrer :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29768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(threshold) — durée minimale en minutes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Portée (scope) — toutes les voitures ou Connect uniquement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37960" y="137160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F4F7F9"/>
          </a:solidFill>
          <a:ln w="12700">
            <a:solidFill>
              <a:srgbClr val="E1E7EC"/>
            </a:solidFill>
            <a:prstDash val="solid"/>
          </a:ln>
        </p:spPr>
      </p:sp>
      <p:pic>
        <p:nvPicPr>
          <p:cNvPr id="7" name="Image 0" descr="/home/claude/pptx/icons/exclam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543800" y="1691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compromis à trouver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903720" y="251460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223760" y="2359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Conflits résolus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27249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moins perturbées par les retards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903720" y="347472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23760" y="3319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bloquées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36850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perdu si le seuil est trop strict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47091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dashboard permet d'objectiver ce compromis en simulant seuil et portée en direct.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d'analyse des retards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simulation interactive du seuil et de la portée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/icons/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391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indicateurs clés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46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totales, consécutives, conflits résolus, locations bloquées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160020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/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03911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ajustable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246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Curseur 0-300 minutes, mise à jour instantanée des graphiques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21040" y="160020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41080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/icons/balan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72" y="203911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9536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Portée modulable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595360" y="3246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voitures / Connect uniquement / Mobile uniquement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663440"/>
            <a:ext cx="11064240" cy="822960"/>
          </a:xfrm>
          <a:prstGeom prst="rect">
            <a:avLst/>
          </a:prstGeom>
          <a:solidFill>
            <a:srgbClr val="E7F0F5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: un seuil de 60-90 min sur les voitures Connect résout une large part des conflits sans bloquer un volume disproportionné de locations.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de prix &amp; API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</p:spPr>
      </p:sp>
      <p:pic>
        <p:nvPicPr>
          <p:cNvPr id="4" name="Image 0" descr="/home/claude/pptx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17830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2468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véhicule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017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Marque, kilométrage, équipements...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3172968" y="23774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474720" y="15544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/>
        </p:spPr>
      </p:sp>
      <p:pic>
        <p:nvPicPr>
          <p:cNvPr id="9" name="Image 1" descr="/home/claude/pptx/icons/co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17830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11880" y="2468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scikit-learn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611880" y="3017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 OneHotEncoder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6099048" y="23774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9"/>
          <p:cNvSpPr/>
          <p:nvPr/>
        </p:nvSpPr>
        <p:spPr>
          <a:xfrm>
            <a:off x="6400800" y="15544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</p:spPr>
      </p:sp>
      <p:pic>
        <p:nvPicPr>
          <p:cNvPr id="14" name="Image 2" descr="/home/claude/pptx/icons/robo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178308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37960" y="2468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6537960" y="3017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du prix / jour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9025128" y="23774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3"/>
          <p:cNvSpPr/>
          <p:nvPr/>
        </p:nvSpPr>
        <p:spPr>
          <a:xfrm>
            <a:off x="9326880" y="15544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/>
        </p:spPr>
      </p:sp>
      <p:pic>
        <p:nvPicPr>
          <p:cNvPr id="19" name="Image 3" descr="/home/claude/pptx/icons/clou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5580" y="178308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464040" y="2468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9464040" y="3017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 + /docs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du modèle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5720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— variance expliquée par le modèle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— erreur moyenne absolue, en €/jour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— pénalise davantage les grosses erreurs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6309360" y="416052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F4F7F9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537960" y="4297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d'appel API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537960" y="4663440"/>
            <a:ext cx="484632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/predict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{"input": [[...]]} → {"prediction": [103.45]}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blocage Hugging Face à la mise en production sur Render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37260" y="2148840"/>
            <a:ext cx="0" cy="822960"/>
          </a:xfrm>
          <a:prstGeom prst="line">
            <a:avLst/>
          </a:prstGeom>
          <a:noFill/>
          <a:ln w="19050">
            <a:solidFill>
              <a:srgbClr val="3A4A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1755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214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Docker et CPU basic restreints sur compte gratuit, même carte vérifiée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37260" y="3291840"/>
            <a:ext cx="0" cy="822960"/>
          </a:xfrm>
          <a:prstGeom prst="line">
            <a:avLst/>
          </a:prstGeom>
          <a:noFill/>
          <a:ln w="19050">
            <a:solidFill>
              <a:srgbClr val="3A4A7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71600" y="2898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vers Render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2644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Hébergeur alternatif gratuit, support Docker natif, sans carte requise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11480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37260" y="4434840"/>
            <a:ext cx="0" cy="822960"/>
          </a:xfrm>
          <a:prstGeom prst="line">
            <a:avLst/>
          </a:prstGeom>
          <a:noFill/>
          <a:ln w="19050">
            <a:solidFill>
              <a:srgbClr val="3A4A7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71600" y="4041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 production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4074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Docker → /predict et /docs opérationnels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525780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257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184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 production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5504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en service Python natif, déploiement continu via GitHub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789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livrables industrialisés et déployés : dashboard d'aide à la décision + API de pricing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scikit-learn robuste, exposé via une API FastAPI documentée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 face à un changement d'infrastructure imprévu (Hugging Face → Render)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d'amélioration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383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d'hyperparamètres / comparaison avec XGBoost, LightGBM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retards affinée par type de véhicule ou zone géographique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21295C"/>
          </a:solidFill>
          <a:ln/>
        </p:spPr>
      </p:sp>
      <p:pic>
        <p:nvPicPr>
          <p:cNvPr id="7" name="Image 0" descr="/home/claude/pptx/icons/lin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709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du projet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1663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: getaround-delay-dashboard.onrender.com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: getaround-pricing-api.onrender.com  (doc : /docs)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: github.com/Ludo-35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2026-09-14T13:19:52Z</dcterms:created>
  <dcterms:modified xsi:type="dcterms:W3CDTF">2026-09-14T13:19:52Z</dcterms:modified>
</cp:coreProperties>
</file>