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Poids relatif du coefficient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Store (magasins)</c:v>
                  </c:pt>
                  <c:pt idx="1">
                    <c:v>CPI</c:v>
                  </c:pt>
                  <c:pt idx="2">
                    <c:v>Unemployment</c:v>
                  </c:pt>
                  <c:pt idx="3">
                    <c:v>Fuel_Price</c:v>
                  </c:pt>
                  <c:pt idx="4">
                    <c:v>Temperature</c:v>
                  </c:pt>
                  <c:pt idx="5">
                    <c:v>DayOfWeek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34</c:v>
                </c:pt>
                <c:pt idx="2">
                  <c:v>18</c:v>
                </c:pt>
                <c:pt idx="3">
                  <c:v>14</c:v>
                </c:pt>
                <c:pt idx="4">
                  <c:v>11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test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B4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Ridge
(alpha=1)</c:v>
                  </c:pt>
                  <c:pt idx="1">
                    <c:v>Lasso
(alpha=1)</c:v>
                  </c:pt>
                  <c:pt idx="2">
                    <c:v>Linear
Regression</c:v>
                  </c:pt>
                  <c:pt idx="3">
                    <c:v>Lasso GridSearch
(alpha=100)</c:v>
                  </c:pt>
                  <c:pt idx="4">
                    <c:v>Ridge GridSearch
(alpha=0.1)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0.843</c:v>
                </c:pt>
                <c:pt idx="1">
                  <c:v>0.931</c:v>
                </c:pt>
                <c:pt idx="2">
                  <c:v>0.931</c:v>
                </c:pt>
                <c:pt idx="3">
                  <c:v>0.931</c:v>
                </c:pt>
                <c:pt idx="4">
                  <c:v>0.937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6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6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SCIENCE — APPRENTISSAGE SUPERVISE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des ventes hebdomadaires Walmart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lineaire, Ridge et Lasso — de l'exploration des donnees a l'optimisation du modele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 — Jedha Bootcamp, Bloc 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marketing de Walmart souhaite estimer les ventes hebdomadaires de ses magasins a partir d'indicateurs economiques, pour mieux comprendre leur influence et alimenter la planification des campagnes marketing.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demarche en 3 etapes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069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pretraitement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3342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et preparer les donnees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773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7274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 base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9926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lineaire (baseline)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3858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6509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/ Lasso + optimisation (GridSearchCV)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141732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disponibles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1488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A PREDIRE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4048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Weekly_Sales — ventes hebdomadaires par magasin ($)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880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CATEGORIELLES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1363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(magasin) · Holiday_Flag (jour ferie)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611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NUMERIQUES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867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Fuel_Price · CPI · Unemployment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decomposee en : Year, Month, Day, DayOfWeek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4709160"/>
            <a:ext cx="448056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4892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observations retenues apres nettoyage, sur 8 features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Etape 1 — Nettoyage des donnees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190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initiales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0574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19272" y="155448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19272" y="17190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423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suppression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14 lignes sans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Weekly_Sales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742432" y="20574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98464" y="155448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98464" y="17190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35624" y="2423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suppression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61 lignes avec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21624" y="20574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77656" y="1554480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77656" y="171907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814816" y="2423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suppression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 outliers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(Unemployment)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-53% du dataset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limite methodologique a garder en tete pour l'interpretation des resultats.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88136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cles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4690872"/>
            <a:ext cx="82296" cy="8229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544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imputation sur la cible (Weekly_Sales) — evite tout biais artificiel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111496"/>
            <a:ext cx="82296" cy="8229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9651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decomposee en Year / Month / Day / DayOfWeek plutot que supprimee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5532120"/>
            <a:ext cx="82296" cy="8229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858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detectes via la regle des 3 ecarts-types (Temperature, Fuel_Price, CPI, Unemployment)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952744"/>
            <a:ext cx="82296" cy="8229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806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pour Store &amp; Holiday_Flag, StandardScaler pour les numeriques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Etape 2 — Regression lineaire (baseline)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observations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146304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40480" y="1645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874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0.931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observations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20440"/>
            <a:ext cx="6263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train/test de seulement 0.055 → pas de surapprentissage marque, malgre le faible volume de donnees.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5196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: 149 685 $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(coefficients)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040880" y="182880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magasin (Store) domine tres largement : c'est le facteur le plus determinant des ventes, davantage que la conjoncture economique.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Etape 3 — Regularisation &amp; optimisation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589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412480" y="1417320"/>
            <a:ext cx="315468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41080" y="1536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PAR DEFAUT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810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Alpha=1 sur-penalise : rétrécit meme les coefficients porteurs de vraie information (l'effet magasin).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412480" y="2697480"/>
            <a:ext cx="315468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41080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30906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Elimine automatiquement DayOfWeek (coefficient mis a zero) : selection de variables integree.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12480" y="3977640"/>
            <a:ext cx="315468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4108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MODELE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optimise via GridSearchCV, alpha=0.1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4864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test = 0.937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teste plusieurs valeurs d'alpha en validation croisee : la valeur par defaut n'est pas toujours la meilleure.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limites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MONTRE LE PROJET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956816"/>
            <a:ext cx="91440" cy="9144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828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magasin (Store) est le facteur le plus determinant des ventes — plus que la conjoncture economique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825496"/>
            <a:ext cx="91440" cy="9144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974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modele de base (regression lineaire) est deja tres performant : R²=0.931, sans overfitting marque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694176"/>
            <a:ext cx="91440" cy="9144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5661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regularisation n'aide que si elle est bien calibree : Ridge par defaut (alpha=1) degrade le score (0.843), Ridge optimise (alpha=0.1) devient le meilleur modele (0.937)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512064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800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PISTES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20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reduit de 150 a 71 lignes (-53%) et certains magasins sous-representes en train → imputer les variables explicatives plutot que supprimer les lignes serait une piste d'amelioration.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50876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2631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RETENU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(GridSearchCV)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606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0.1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12280" y="3154680"/>
            <a:ext cx="438912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0.937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143 863 $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4526280"/>
            <a:ext cx="438912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4754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5120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bienvenues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2026-09-14T13:10:43Z</dcterms:created>
  <dcterms:modified xsi:type="dcterms:W3CDTF">2026-09-14T13:10:43Z</dcterms:modified>
</cp:coreProperties>
</file>