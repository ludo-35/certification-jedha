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Comparaison des modèles (jeu de validation)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Régression
logistique</c:v>
                  </c:pt>
                  <c:pt idx="1">
                    <c:v>Random
Forest</c:v>
                  </c:pt>
                  <c:pt idx="2">
                    <c:v>XGBoost
(final)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0.511</c:v>
                </c:pt>
                <c:pt idx="1">
                  <c:v>0.76</c:v>
                </c:pt>
                <c:pt idx="2">
                  <c:v>0.767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</c:scaling>
        <c:delete val="0"/>
        <c:axPos val="l"/>
        <c:majorGridlines>
          <c:spPr>
            <a:ln w="12700" cap="flat">
              <a:solidFill>
                <a:srgbClr val="D9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D'APPRENTISSAGE SUPERVISÉ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Prédire la conversion à la newsletter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Weekly — modélisation prédictive du taux de conversion et recommandations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Ludo  ·  Jedha Bootcamp — Bloc 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Weekly veut comprendre pourquoi certains visiteurs s'abonnent à sa newsletter — et surtout, comment améliorer ce taux de conversion.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la conversion à partir de 5 informations sur la session, puis analyser le modèle pour en tirer des leviers d'action concrets.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disponibles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114800"/>
            <a:ext cx="113385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73936" y="4114800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73936" y="4114800"/>
            <a:ext cx="113385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99232" y="4114800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9232" y="4114800"/>
            <a:ext cx="113385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 utilisateur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24528" y="4114800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24528" y="4114800"/>
            <a:ext cx="113385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d'acquisition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49824" y="4114800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9824" y="4114800"/>
            <a:ext cx="113385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visitées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40880" y="123444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69480" y="130759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284 580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13075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dans le jeu d'entraînement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40880" y="228600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69480" y="235915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3,2 %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3591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conversion réel — cible très déséquilibrée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40880" y="333756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69480" y="34107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4107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d'évaluation imposée par le challenge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du taux de conversion — Data Science Weekly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révèle l'exploration des données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325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L'engagement sur site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556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 visitées en moyenne chez les convertis, contre 4 chez les non-convertis — le signal le plus net.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80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statut de l'utilisateur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26440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visiteurs déjà connus convertissent 5× plus que les nouveaux visiteurs.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4343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pays d'origine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7731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Chine, 2ᵉ volume de trafic, ne convertit presque jamais (0,13 %) ; Allemagne et UK convertissent le mieux.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du taux de conversion — Data Science Weekly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décision clé : ajuster le seuil, pas les classes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déséquilibre modéré (3,2 % de conversions), rééquilibrer les classes pendant l'entraînement dégrade la précision. Optimiser le seuil de décision a posteriori change tout.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BF0EE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 automatique des classes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(class_weight / scale_pos_weight)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0,51 – 0,57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— trop de fausses alertes, précision dégradée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EAF3F7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77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standard + seuil de décision optimisé sur la courbe précision-rappel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246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0,767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final — XGBoost, seuil = 0,359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du taux de conversion — Data Science Weekly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9436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final — XGBoost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58000" y="182880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86600" y="190195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0,80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19019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(classe convertis)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0" y="288036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86600" y="295351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9535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(classe convertis)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0" y="393192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86600" y="400507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0,767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40050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final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5029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54 734 vrais négatifs · 1 357 vrais positifs sur le jeu de validation (60 916 sessions)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du taux de conversion — Data Science Weekly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D'après l'importance des variables dans le modèle final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69 %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l'engagement sur site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de pages visitées domine le modèle. Recommandations liées, maillage interne renforcé : le levier le plus direct.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A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874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Fidéliser les utilisateurs récurrents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703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visiteurs déjà connus convertissent 5× plus. Prioriser le retargeting et la relance plutôt que la seule acquisition.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A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187452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19 %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Investiguer le marché chinois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03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quasi nulle malgré un fort trafic. À creuser (localisation, qualité du trafic) avant toute action.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du taux de conversion — Data Science Weekly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XGBoost à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0,767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obtenu grâce à l'optimisation du seuil de décision plutôt qu'au rééquilibrage des classes.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leviers d'action priorisés 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sur site, fidélisation des utilisateurs récurrents, et investigation du marché chinois.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2026-09-14T13:00:25Z</dcterms:created>
  <dcterms:modified xsi:type="dcterms:W3CDTF">2026-09-14T13:00:25Z</dcterms:modified>
</cp:coreProperties>
</file>