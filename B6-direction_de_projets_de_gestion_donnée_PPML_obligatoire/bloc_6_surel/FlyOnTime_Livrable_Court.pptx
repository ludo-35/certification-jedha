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85816" y="914400"/>
            <a:ext cx="914400" cy="914400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3" name="Image 0" descr="icons/plane_depar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14984"/>
            <a:ext cx="713232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14884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FlyOnTime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1371600" y="320040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 des retards de vols commerciaux — 5 aéroports français, jusqu'à 72h à l'avance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0" y="56235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de formation  ·  Bloc 6 — Direction de projets de gestion de données (PPML)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Ludo  ·  Patrick  ·  Jedha Bootcamp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&amp; LES DONNÉES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ce projet, avec quelles données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C62828"/>
          </a:solidFill>
          <a:ln/>
        </p:spPr>
      </p:sp>
      <p:pic>
        <p:nvPicPr>
          <p:cNvPr id="5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961" y="1472641"/>
            <a:ext cx="392278" cy="3922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173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retard aérien se propage à toute la chaîne — correspondances, coûts d'escale, sous/sur-effectifs en boutique aéroportuaire. </a:t>
            </a:r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prédire, en minutes, le retard au décollage ET à l'arrivée, jusqu'à 72h à l'avance.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/>
        </p:spPr>
      </p:sp>
      <p:sp>
        <p:nvSpPr>
          <p:cNvPr id="8" name="Shape 5"/>
          <p:cNvSpPr/>
          <p:nvPr/>
        </p:nvSpPr>
        <p:spPr>
          <a:xfrm>
            <a:off x="822960" y="2743200"/>
            <a:ext cx="548640" cy="548640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9" name="Image 1" descr="icons/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10" y="2803550"/>
            <a:ext cx="427939" cy="42793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Mouvements de vols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22960" y="34290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~920 000 vols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43400" y="25146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/>
        </p:spPr>
      </p:sp>
      <p:sp>
        <p:nvSpPr>
          <p:cNvPr id="13" name="Shape 9"/>
          <p:cNvSpPr/>
          <p:nvPr/>
        </p:nvSpPr>
        <p:spPr>
          <a:xfrm>
            <a:off x="4617720" y="2743200"/>
            <a:ext cx="548640" cy="548640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14" name="Image 2" descr="icons/cloud_su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070" y="280355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0352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Météo horaire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617720" y="34290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aéroports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138160" y="25146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/>
        </p:spPr>
      </p:sp>
      <p:sp>
        <p:nvSpPr>
          <p:cNvPr id="18" name="Shape 13"/>
          <p:cNvSpPr/>
          <p:nvPr/>
        </p:nvSpPr>
        <p:spPr>
          <a:xfrm>
            <a:off x="8412480" y="2743200"/>
            <a:ext cx="548640" cy="548640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19" name="Image 3" descr="icons/chart_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830" y="2803550"/>
            <a:ext cx="427939" cy="42793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9828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Retards agrégés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412480" y="34290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fenêtres de 2h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48640" y="461772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0B1F3A"/>
          </a:solidFill>
          <a:ln/>
        </p:spPr>
      </p:sp>
      <p:sp>
        <p:nvSpPr>
          <p:cNvPr id="23" name="Text 17"/>
          <p:cNvSpPr/>
          <p:nvPr/>
        </p:nvSpPr>
        <p:spPr>
          <a:xfrm>
            <a:off x="548640" y="46177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 jours de données   ·   5 aéroports (CDG · Orly · Lyon · Nice · Marseille)   ·   sept. 2025 → mars 2026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FlyOnTime — Ludo · Patrick · Jedha Bootcamp · Bloc 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MISES EN ŒUVRE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engineering, modèle,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16305A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1783080"/>
            <a:ext cx="640080" cy="640080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6" name="Image 0" descr="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2089" y="185348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603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Anti-fuite de données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20040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scheduled_utc utilisable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décalé de 3 jours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familles de features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50876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16305A"/>
          </a:solidFill>
          <a:ln/>
        </p:spPr>
      </p:sp>
      <p:sp>
        <p:nvSpPr>
          <p:cNvPr id="10" name="Shape 7"/>
          <p:cNvSpPr/>
          <p:nvPr/>
        </p:nvSpPr>
        <p:spPr>
          <a:xfrm>
            <a:off x="5806440" y="1783080"/>
            <a:ext cx="640080" cy="640080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11" name="Image 1" descr="icons/chart_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849" y="1853489"/>
            <a:ext cx="499262" cy="499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5603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— XGBoost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63440" y="320040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TEMPOREL (gap 3j)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12,75 min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 toutes les baselines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50876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16305A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0" y="1783080"/>
            <a:ext cx="640080" cy="640080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16" name="Image 2" descr="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1609" y="1853489"/>
            <a:ext cx="499262" cy="4992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5603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58200" y="320040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+ Dashboard Streamlit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AeroDataBox (vrais vols) + repli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: Docker Compose local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FlyOnTime — Ludo · Patrick · Jedha Bootcamp · Bloc 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DU PRODUIT FINAL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parcours utilisateur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3020" y="1719072"/>
            <a:ext cx="365760" cy="36576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6" name="Text 4"/>
          <p:cNvSpPr/>
          <p:nvPr/>
        </p:nvSpPr>
        <p:spPr>
          <a:xfrm>
            <a:off x="1303020" y="1719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17627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Décollage 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23160" y="2121408"/>
            <a:ext cx="228600" cy="0"/>
          </a:xfrm>
          <a:prstGeom prst="line">
            <a:avLst/>
          </a:prstGeom>
          <a:noFill/>
          <a:ln w="25400">
            <a:solidFill>
              <a:srgbClr val="9DB4C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51760" y="160020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6140" y="1719072"/>
            <a:ext cx="365760" cy="36576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1" name="Text 9"/>
          <p:cNvSpPr/>
          <p:nvPr/>
        </p:nvSpPr>
        <p:spPr>
          <a:xfrm>
            <a:off x="3406140" y="1719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97480" y="217627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Arrivée 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26280" y="2121408"/>
            <a:ext cx="228600" cy="0"/>
          </a:xfrm>
          <a:prstGeom prst="line">
            <a:avLst/>
          </a:prstGeom>
          <a:noFill/>
          <a:ln w="25400">
            <a:solidFill>
              <a:srgbClr val="9DB4C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54880" y="160020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09260" y="1719072"/>
            <a:ext cx="365760" cy="36576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6" name="Text 14"/>
          <p:cNvSpPr/>
          <p:nvPr/>
        </p:nvSpPr>
        <p:spPr>
          <a:xfrm>
            <a:off x="5509260" y="1719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0600" y="217627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du vol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29400" y="2121408"/>
            <a:ext cx="228600" cy="0"/>
          </a:xfrm>
          <a:prstGeom prst="line">
            <a:avLst/>
          </a:prstGeom>
          <a:noFill/>
          <a:ln w="25400">
            <a:solidFill>
              <a:srgbClr val="9DB4C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58000" y="160020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12380" y="1719072"/>
            <a:ext cx="365760" cy="36576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21" name="Text 19"/>
          <p:cNvSpPr/>
          <p:nvPr/>
        </p:nvSpPr>
        <p:spPr>
          <a:xfrm>
            <a:off x="7612380" y="1719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03720" y="217627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Compagnie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732520" y="2121408"/>
            <a:ext cx="228600" cy="0"/>
          </a:xfrm>
          <a:prstGeom prst="line">
            <a:avLst/>
          </a:prstGeom>
          <a:noFill/>
          <a:ln w="25400">
            <a:solidFill>
              <a:srgbClr val="9DB4C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961120" y="160020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15500" y="1719072"/>
            <a:ext cx="365760" cy="36576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26" name="Text 24"/>
          <p:cNvSpPr/>
          <p:nvPr/>
        </p:nvSpPr>
        <p:spPr>
          <a:xfrm>
            <a:off x="9715500" y="1719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06840" y="217627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Horaire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188720" y="2926080"/>
            <a:ext cx="4297680" cy="1737360"/>
          </a:xfrm>
          <a:prstGeom prst="roundRect">
            <a:avLst>
              <a:gd name="adj" fmla="val 5263"/>
            </a:avLst>
          </a:prstGeom>
          <a:solidFill>
            <a:srgbClr val="0B1F3A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" y="3154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🛫 Retard prédit au décollage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36118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E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Jauge colorée (vert / orange / rouge)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09360" y="2926080"/>
            <a:ext cx="4297680" cy="1737360"/>
          </a:xfrm>
          <a:prstGeom prst="roundRect">
            <a:avLst>
              <a:gd name="adj" fmla="val 5263"/>
            </a:avLst>
          </a:prstGeom>
          <a:solidFill>
            <a:srgbClr val="0B1F3A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3154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🛬 Retard prédit à l'arrivée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09360" y="36118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E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Jauge colorée (vert / orange / rouge)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carte animée du trajet, et indicateur de retard moyen sur l'aéroport de départ (24h)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400" y="5349240"/>
            <a:ext cx="5760720" cy="502920"/>
          </a:xfrm>
          <a:prstGeom prst="roundRect">
            <a:avLst>
              <a:gd name="adj" fmla="val 50909"/>
            </a:avLst>
          </a:prstGeom>
          <a:solidFill>
            <a:srgbClr val="FFB703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0" y="534924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Démo live à l'écran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FlyOnTime — Ludo · Patrick · Jedha Bootcamp · Bloc 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RÉEL DANS LE MONDE RÉEL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en bénéficie, et comment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16305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6" name="Image 0" descr="icons/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" y="17519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31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Commerces aéroportuaires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7889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Ajuster stocks et effectifs selon le flux réellement attendu.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463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16305A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1691640"/>
            <a:ext cx="548640" cy="548640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11" name="Image 1" descr="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070" y="175199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331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Compagnies &amp; escales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26280" y="27889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les correspondances à risque, réallouer les équipes.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463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16305A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1691640"/>
            <a:ext cx="548640" cy="548640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16" name="Image 2" descr="icons/box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830" y="175199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331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aéroportuaire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21040" y="27889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Lisser la charge sur postes et portes.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FFB703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3977640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1" name="Image 3" descr="icons/handshake_doll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40" y="4043020"/>
            <a:ext cx="463601" cy="46360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385876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la météo : une aide à la décision, pas une vérité absolue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600200" y="4206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paliers de risque donnent un signal actionnable à 72h — c'est là que se crée la valeur, pas dans la précision à la minute.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25" name="Image 4" descr="icons/gl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" y="512521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43000" y="50749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Généralisable à d'autres aéroports ou compagnies dès lors que les données existent.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FlyOnTime — Ludo · Patrick · Jedha Bootcamp · Bloc 6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&amp; PROCHAINES ÉTAPES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aller plus loin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6" name="Image 0" descr="icons/cloud_s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" y="20263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9280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Vraie prévision météo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231343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la climatologie par une API de prévision à J-72h.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11" name="Image 1" descr="icons/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870" y="202631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89280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cloud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132320" y="231343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Redéployer dès que la contrainte de carte bancaire sera levée.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3931920"/>
            <a:ext cx="548640" cy="548640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16" name="Image 2" descr="icons/too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" y="399227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85876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Réentraînement automatisé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08760" y="427939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à jour sans intervention manuelle.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65760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3931920"/>
            <a:ext cx="548640" cy="548640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21" name="Image 3" descr="icons/chart_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870" y="399227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85876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granularité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32320" y="427939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Séparer météo vs opérationnel pour les retards extrêmes.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FlyOnTime — Ludo · Patrick · Jedha Bootcamp · Bloc 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85816" y="1188720"/>
            <a:ext cx="822960" cy="82296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6342" y="1279246"/>
            <a:ext cx="641909" cy="641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2860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— Questions ?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0" y="32004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FlyOnTime — Prédiction de retards de vols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0" y="36576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Ludo · Patrick · Jedha Bootcamp · Bloc 6 (MLOps)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2026-09-14T16:37:27Z</dcterms:created>
  <dcterms:modified xsi:type="dcterms:W3CDTF">2026-09-14T16:37:27Z</dcterms:modified>
</cp:coreProperties>
</file>